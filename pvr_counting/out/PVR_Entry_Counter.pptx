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VR_Entry_Counter_AI_Footage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VR_Entry_Counter_Pure_Code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